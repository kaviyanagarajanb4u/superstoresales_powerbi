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1F1E2-80C2-4569-8787-A6F44F6D3D7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3C977-C12C-43D5-A472-3EBFB8EACE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752600"/>
            <a:ext cx="8229600" cy="2743200"/>
          </a:xfrm>
        </p:spPr>
        <p:txBody>
          <a:bodyPr/>
          <a:lstStyle/>
          <a:p>
            <a:r>
              <a:rPr lang="en-US" dirty="0" smtClean="0"/>
              <a:t>Superstore Sales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About Superstore dataset: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Sales dataset of a global store for 4 years.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It consists of multiple columns including Profits, </a:t>
            </a:r>
            <a:r>
              <a:rPr lang="en-US" dirty="0" err="1" smtClean="0">
                <a:solidFill>
                  <a:srgbClr val="0070C0"/>
                </a:solidFill>
              </a:rPr>
              <a:t>Quantity,Cost,Sales</a:t>
            </a:r>
            <a:r>
              <a:rPr lang="en-US" dirty="0" smtClean="0">
                <a:solidFill>
                  <a:srgbClr val="0070C0"/>
                </a:solidFill>
              </a:rPr>
              <a:t> , order dates and shipping dates etc.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Creating dashboard using multiple visuals ,KPI ,Page Navigation button to highlight needed for business insights.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Slicer: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0070C0"/>
                </a:solidFill>
              </a:rPr>
              <a:t>A slicer is an interactive filter in data visualization tools that allows users to dynamically refine and display specific</a:t>
            </a:r>
            <a:br>
              <a:rPr lang="en-US" sz="2400" dirty="0" smtClean="0">
                <a:solidFill>
                  <a:srgbClr val="0070C0"/>
                </a:solidFill>
              </a:rPr>
            </a:br>
            <a:r>
              <a:rPr lang="en-US" sz="2400" dirty="0" smtClean="0">
                <a:solidFill>
                  <a:srgbClr val="0070C0"/>
                </a:solidFill>
              </a:rPr>
              <a:t>data in dashboards.</a:t>
            </a:r>
          </a:p>
          <a:p>
            <a:r>
              <a:rPr lang="en-US" sz="2400" dirty="0" smtClean="0">
                <a:solidFill>
                  <a:srgbClr val="0070C0"/>
                </a:solidFill>
              </a:rPr>
              <a:t>Slicers used here as Dropdown for </a:t>
            </a:r>
            <a:r>
              <a:rPr lang="en-US" sz="2400" dirty="0" err="1" smtClean="0">
                <a:solidFill>
                  <a:srgbClr val="0070C0"/>
                </a:solidFill>
              </a:rPr>
              <a:t>Year,Month</a:t>
            </a:r>
            <a:r>
              <a:rPr lang="en-US" sz="2400" dirty="0" smtClean="0">
                <a:solidFill>
                  <a:srgbClr val="0070C0"/>
                </a:solidFill>
              </a:rPr>
              <a:t> and Country display.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 smtClean="0">
              <a:solidFill>
                <a:srgbClr val="0070C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sli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114800"/>
            <a:ext cx="8392158" cy="1701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Donut Chart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sz="2800" dirty="0" smtClean="0">
                <a:solidFill>
                  <a:srgbClr val="0070C0"/>
                </a:solidFill>
              </a:rPr>
              <a:t>Visualizing the proportion of categories</a:t>
            </a:r>
            <a:br>
              <a:rPr lang="en-US" sz="2800" dirty="0" smtClean="0">
                <a:solidFill>
                  <a:srgbClr val="0070C0"/>
                </a:solidFill>
              </a:rPr>
            </a:br>
            <a:r>
              <a:rPr lang="en-US" sz="2800" dirty="0" smtClean="0">
                <a:solidFill>
                  <a:srgbClr val="0070C0"/>
                </a:solidFill>
              </a:rPr>
              <a:t>It shows how each category contributes to the total, as slices of a circle.</a:t>
            </a:r>
          </a:p>
          <a:p>
            <a:r>
              <a:rPr lang="en-US" sz="2800" dirty="0" smtClean="0">
                <a:solidFill>
                  <a:srgbClr val="0070C0"/>
                </a:solidFill>
              </a:rPr>
              <a:t>This chart used here to show the sales by Category.</a:t>
            </a:r>
          </a:p>
          <a:p>
            <a:pPr>
              <a:buNone/>
            </a:pPr>
            <a:endParaRPr lang="en-US" sz="2800" dirty="0" smtClean="0">
              <a:solidFill>
                <a:srgbClr val="0070C0"/>
              </a:solidFill>
            </a:endParaRPr>
          </a:p>
          <a:p>
            <a:endParaRPr lang="en-US" dirty="0"/>
          </a:p>
        </p:txBody>
      </p:sp>
      <p:pic>
        <p:nvPicPr>
          <p:cNvPr id="6" name="Picture 5" descr="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352800"/>
            <a:ext cx="3810000" cy="31778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Line chart and Bar chart: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800" dirty="0" smtClean="0">
                <a:solidFill>
                  <a:srgbClr val="0070C0"/>
                </a:solidFill>
              </a:rPr>
              <a:t>Column </a:t>
            </a:r>
            <a:r>
              <a:rPr lang="en-US" sz="2800" dirty="0" err="1" smtClean="0">
                <a:solidFill>
                  <a:srgbClr val="0070C0"/>
                </a:solidFill>
              </a:rPr>
              <a:t>chart,Bar</a:t>
            </a:r>
            <a:r>
              <a:rPr lang="en-US" sz="2800" dirty="0" smtClean="0">
                <a:solidFill>
                  <a:srgbClr val="0070C0"/>
                </a:solidFill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</a:rPr>
              <a:t>chart,Pie</a:t>
            </a:r>
            <a:r>
              <a:rPr lang="en-US" sz="2800" dirty="0" smtClean="0">
                <a:solidFill>
                  <a:srgbClr val="0070C0"/>
                </a:solidFill>
              </a:rPr>
              <a:t> chart or Stacked charts used for showing categorical </a:t>
            </a:r>
            <a:r>
              <a:rPr lang="en-US" sz="2800" dirty="0" err="1" smtClean="0">
                <a:solidFill>
                  <a:srgbClr val="0070C0"/>
                </a:solidFill>
              </a:rPr>
              <a:t>comparisions</a:t>
            </a:r>
            <a:r>
              <a:rPr lang="en-US" sz="2800" dirty="0" smtClean="0">
                <a:solidFill>
                  <a:srgbClr val="0070C0"/>
                </a:solidFill>
              </a:rPr>
              <a:t>.</a:t>
            </a:r>
          </a:p>
          <a:p>
            <a:r>
              <a:rPr lang="en-US" sz="2800" dirty="0" smtClean="0">
                <a:solidFill>
                  <a:srgbClr val="0070C0"/>
                </a:solidFill>
              </a:rPr>
              <a:t>This chart used for comparing monthly sales by category 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line.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7201525" cy="3292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Insights: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As per sales by </a:t>
            </a:r>
            <a:r>
              <a:rPr lang="en-US" dirty="0" err="1" smtClean="0"/>
              <a:t>region,Central</a:t>
            </a:r>
            <a:r>
              <a:rPr lang="en-US" dirty="0" smtClean="0"/>
              <a:t> has highest sales of 2.8m and Canada has lowest sales.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peak sale in December month of 4 years is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15,80,780.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highest sales in category is Technology of 4.74m and lowest category is office Supplies.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3048000"/>
          </a:xfrm>
        </p:spPr>
        <p:txBody>
          <a:bodyPr>
            <a:normAutofit/>
          </a:bodyPr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157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Superstore Sales</vt:lpstr>
      <vt:lpstr>About Superstore dataset:</vt:lpstr>
      <vt:lpstr>Slicer:</vt:lpstr>
      <vt:lpstr>Donut Chart</vt:lpstr>
      <vt:lpstr>Line chart and Bar chart:</vt:lpstr>
      <vt:lpstr>Insights: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</dc:title>
  <dc:creator>Kaviya Karthik</dc:creator>
  <cp:lastModifiedBy>Kaviya Karthik</cp:lastModifiedBy>
  <cp:revision>11</cp:revision>
  <dcterms:created xsi:type="dcterms:W3CDTF">2025-05-02T08:53:11Z</dcterms:created>
  <dcterms:modified xsi:type="dcterms:W3CDTF">2025-05-02T09:08:24Z</dcterms:modified>
</cp:coreProperties>
</file>